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4292F"/>
                </a:solidFill>
                <a:latin typeface="微软雅黑"/>
                <a:ea typeface="微软雅黑"/>
              </a:rPr>
              <a:t>基于 Hadoop + Hive 的电商数仓与可视化平台</a:t>
            </a:r>
          </a:p>
          <a:p>
            <a:r>
              <a:rPr sz="2200" b="0">
                <a:solidFill>
                  <a:srgbClr val="1F6FEB"/>
                </a:solidFill>
                <a:latin typeface="微软雅黑"/>
                <a:ea typeface="微软雅黑"/>
              </a:rPr>
              <a:t>从搭建 WSL2 集群到数仓落地的完整实战之旅</a:t>
            </a:r>
          </a:p>
          <a:p>
            <a:r>
              <a:rPr sz="1500" b="0">
                <a:solidFill>
                  <a:srgbClr val="5F6B7A"/>
                </a:solidFill>
                <a:latin typeface="微软雅黑"/>
                <a:ea typeface="微软雅黑"/>
              </a:rPr>
              <a:t>技术栈：Hadoop 3.3.6 / Hive 3.1.3 / Spark 3.5.1 / Superset / PyHive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全程路线图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① 集群搭建：WSL2 + Hadoop + Hive + Spark 单节点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② 数据入仓：预处理 → HDFS → ODS → DWD → DWM → DWS → DM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③ 可视化双路线：Superset 看板 + Python 报表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④ 进阶三站：Spark 提速 / 定时自动化 / 维度建模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⑤ 收官：项目文档化、简历沉淀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环境与组件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硬件与系统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Windows 11 + WSL2 Ubuntu 22.04，单节点 8GB 内存（镜像网络模式）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大数据组件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Hadoop 3.3.6：HDFS 存储 + YARN 调度 + MapReduce 计算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Hive 3.1.3：数仓引擎，MySQL 8.0 存元数据，HiveServer2 对外服务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Spark 3.5.1：Standalone 模式，进阶期主力计算引擎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应用层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Superset 6.1.0（BI 看板） / PyHive + pyecharts（Python 报表）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三种客户端同一入口：localhost:10000（Thrift/SASL 协议）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阶段一：集群搭建 —— 做了什么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搭建动作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SSH 免密、Java 环境、Hadoop 格式化 NameNode 并启动 HDFS/YARN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Hive 对接 MySQL Metastore，初始化 Schema，启动 Metastore + HiveServer2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Spark Master/Worker 启动，打通 WSL 与 Windows 双侧访问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遇到的问题与解法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Hive 3.1.3 与高版本 Java 不兼容 → 锁定 Java 8 运行 Hive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Hive 与 Hadoop 的 Guava 版本冲突 → 替换 Hive 内 jar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MySQL 8.0 认证插件不被识别 → 改用兼容认证方式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bashrc 重复追加环境变量导致 PATH 过长故障 → 去重清理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阶段二：数据入仓与五层数仓 —— 做了什么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数据链路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淘宝订单 99,457 行：sed 去尾逗号 → cut 裁异常列 → hdfs dfs -put 入仓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ODS 原样贴源 → DWD 八步清洗（ORC）→ DWM 用户日汇总 → DWS 品类月统计 → DM 报表直供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遇到的问题与解法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1 行 14 列脏数据 → awk/uniq 侦查定位，决策裁剪而非删行（保订单）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日期 2021/4/17 与浮点噪声 60.59999999 → 清洗前先做 6 项指标数据体检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DM 层遵循华为规范命名（对标阿里 ADS）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掌握的知识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数仓分层职责、外部表与跳表头、窗口函数、聚合不可逆（COUNT DISTINCT 不能二次汇总）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阶段三：可视化双路线 —— 做了什么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B 路线：Superset 看板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虚拟环境安装 → 初始化元数据 → 接通 Hive（SQLAlchemy URI）→ 建数据集与双图看板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遇到的问题：6.1.0 漏依赖（rich / cachetools / thrift_sasl）看 Traceback 逐个补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图表 60 秒超时被掐 → 外部配置文件双参数放宽至 300 秒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A 路线：PyHive + pyecharts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Python 直连数仓取数 → 折线+柱状双图交互报告 → 文件名带日期戳存档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遇到的问题：库名假设错误（ads ≠ 实际 dm）→ 写 SQL 前先 SHOW DATABASES 验证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两条路线的取舍：BI 实时但慢，代码报表秒开但无交互——架构权衡题答案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阶段四：进阶三站 —— 做了什么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站一：Spark 提速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PySpark DataFrame API 复刻 DWD 清洗：1.5 秒完成，对比 Hive MR 的 7 分钟（快约 280 倍）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掌握惰性执行、WholeStageCodegen、谓词下推、列裁剪；Parquet 落盘验证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站二：定时自动化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Windows 任务计划程序挂每日报表任务；要点：必须填“起始于”工作目录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建立意识：先手动验证后挂定时；定时任务要检查外部服务依赖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站三：维度建模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星型模型：品类维表（ROW_NUMBER 代理键）+ 客户维表（CASE WHEN 派生年龄段）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三表 JOIN 查询发现：50+ 人群才是消费榜首，推翻“年轻人主力”的直觉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踩坑记录：环境与连接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百度网盘抢占 10000 端口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镜像模式共享端口空间，HiveServer2 起不来 → 结束占用进程后重启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JDBC SASL 握手失败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WSL2 localhost 端口转发代理破坏 SASL 流 → 切镜像模式直连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Python 环境缺件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Ubuntu 拆包：缺 python3.10-venv 建不了虚拟环境；缺 python3.10-dev 编译 sasl 失败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共同方法论：报错先分清客户端还是服务端，再找日志现场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踩坑记录：计算引擎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return code 2（第一次）：本地模式 OOM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local.auto=true 把任务塞进 HiveServer2 的 256MB 小堆 → 删配置 + 堆提到 1GB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return code 2（第二次）：MRAppMaster 找不到类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tarball 安装缺 mapreduce.application.classpath → 写死绝对路径类路径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INSERT 中途 Connection reset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客户端断连导致任务被 KILL；表预览与长任务抢连接 → 重连后任务重新提交成功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PySpark round 命名冲突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Spark 函数与 Python 内置同名互踩 → 别名导入或 F. 前缀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踩坑记录：工具与客户端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PyCharm 报“无法解析表” → 元数据缓存未刷新，波浪线 ≠ 执行错误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Ctrl+Enter 只执行光标所在语句 → 建库语句被跳过（两次中招），逐条核对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PyCharm DDL 后持续转圈 → 服务端已完成，客户端收尾探测慢，可安全掐掉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Superset Schema 下拉为空 → 排查 /schemas/ 请求，实为页面入口未进向导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双击 HTML 报“找不到 chrome” → 默认浏览器指向已卸载程序，重设 .html 关联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定时任务文件写丢 → 任务计划程序未填“起始于”，文件写进了 System32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心得：IDE 显示 ≠ 事实，永远去服务端日志找真相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知识掌握地图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平台与部署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WSL2/Linux 运维、tarball 部署、配置文件体系（core/hdfs/mapred/yarn/hive-site）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数仓工程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五层分层设计、8 步清洗法、ORC/Parquet 列存、华为 DM 规范、星型维度建模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SQL 与计算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窗口函数、谓词下推、惰性执行、Fetch Task 与 MR 任务的区别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应用开发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PyHive / pyecharts / Superset / 任务计划程序自动化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排障方法论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客户端-服务端分层定位、日志现场还原、基准测试验证、复现-隔离-修复闭环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数据亮点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99,457 行真实订单数据，一行不多一行不少（清洗后全链路对账一致）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5 层数仓 + 2 张维表，全部亲手建表与灌数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同一清洗逻辑：Hive MR 7 分钟 → Spark 1.5 秒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列式压缩：6.07MB CSV → 1.39MB ORC（压缩至 23%）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15+ 个真实故障从定位到修复，全部沉淀成文档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双可视化路线：Superset 看板 + 每日自动产出的 Python 报表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4292F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46304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这段经历证明了三件事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从零能搭：单节点集群、数仓、BI 全链路独立落地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遇坑能填：每个报错都追到根因，而不是绕过去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懂取舍：分层、存储格式、引擎选型、工具路线都是权衡题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4292F"/>
                </a:solidFill>
                <a:latin typeface="微软雅黑"/>
                <a:ea typeface="微软雅黑"/>
              </a:rPr>
              <a:t>下一步方向</a:t>
            </a:r>
          </a:p>
          <a:p>
            <a:pPr lvl="1">
              <a:spcAft>
                <a:spcPts val="800"/>
              </a:spcAft>
            </a:pPr>
            <a:r>
              <a:rPr sz="1600" b="0">
                <a:solidFill>
                  <a:srgbClr val="5F6B7A"/>
                </a:solidFill>
                <a:latin typeface="微软雅黑"/>
                <a:ea typeface="微软雅黑"/>
              </a:rPr>
              <a:t>Hive 调优（分桶 / MapJoin / Tez）、实时链路（Kafka + Flink）、集群化部署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